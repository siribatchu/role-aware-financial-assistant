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6db65c084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6db65c084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db65c084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6db65c084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6db65c084_0_1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6db65c084_0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6db65c084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6db65c084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6db65c084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6db65c084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6db65c084_0_1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6db65c084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6db65c084_0_1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6db65c084_0_1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6db65c084_0_1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6db65c084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6db65c084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6db65c084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6db65c084_0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6db65c084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6db65c084_0_1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6db65c084_0_1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89025" y="10918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80"/>
              <a:t>Role Aware Financial Insights Assistant</a:t>
            </a:r>
            <a:endParaRPr sz="358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460938" y="193063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System for Tailored Financial Insights Across User Roles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323375" y="3097275"/>
            <a:ext cx="3732600" cy="18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Team:</a:t>
            </a: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Finsight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Members: </a:t>
            </a:r>
            <a:endParaRPr b="1"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Aishly Manglani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Syeda Nida Khader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MohibKhan Pathan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Siri Batchu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0740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problem?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Financial data and documents are large, complex, and diverse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analysis takes time and specialized skills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in different roles (e.g., Executives, Analysts, Product Managers) need different insights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single assistant customizes responses to user role context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Build an AI assistant that dynamically adapts insights based on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role and context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is this important?</a:t>
            </a:r>
            <a:endParaRPr b="1" sz="19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66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9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Executives need </a:t>
            </a:r>
            <a:r>
              <a:rPr i="1" lang="en" sz="19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strategic summaries</a:t>
            </a:r>
            <a:br>
              <a:rPr i="1" lang="en" sz="19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9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66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9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Managers need </a:t>
            </a:r>
            <a:r>
              <a:rPr i="1" lang="en" sz="19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operational KPIs</a:t>
            </a:r>
            <a:br>
              <a:rPr i="1" lang="en" sz="19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9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66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9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Analysts need </a:t>
            </a:r>
            <a:r>
              <a:rPr i="1" lang="en" sz="19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deep, granular metrics</a:t>
            </a:r>
            <a:br>
              <a:rPr i="1" lang="en" sz="19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9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66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9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Finance teams need benchmarks and comparison</a:t>
            </a:r>
            <a:endParaRPr sz="19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Overview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229875"/>
            <a:ext cx="8980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Structured &amp; Unstructured Inputs</a:t>
            </a:r>
            <a:endParaRPr b="1"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Financial reports</a:t>
            </a:r>
            <a:b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Spreadsheets</a:t>
            </a:r>
            <a:b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PDFs, tables, dashboards</a:t>
            </a:r>
            <a:b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RAG Pipeline</a:t>
            </a:r>
            <a:endParaRPr b="1"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Ingestion</a:t>
            </a:r>
            <a:b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</a:t>
            </a:r>
            <a:b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reasoning and response generation</a:t>
            </a:r>
            <a:b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251750" y="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Context Layer</a:t>
            </a:r>
            <a:endParaRPr b="1"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Executive</a:t>
            </a:r>
            <a:b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b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Analyst</a:t>
            </a:r>
            <a:b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Operations</a:t>
            </a:r>
            <a:b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br>
              <a:rPr b="1"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Tailored insights and recommendations</a:t>
            </a:r>
            <a:endParaRPr sz="6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7" title="Screenshot 2025-12-12 1859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025" y="89925"/>
            <a:ext cx="3738325" cy="48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Ingest multiple data sources (PDFs, CSV, Excel)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Semantic retrieval over financial content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Role-based context adaptation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 Agent orchestration for task routing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 Plug-in benchmarking APIs for real-time data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Guardrails and RBAC for secure access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RAG Architecture</a:t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411725" y="1017800"/>
            <a:ext cx="8520600" cy="4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Data Ingestion Agent</a:t>
            </a:r>
            <a:br>
              <a:rPr b="1" lang="en" sz="1100"/>
            </a:br>
            <a:endParaRPr b="1"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Parses structured and unstructured documents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Extracts tables and graphs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Vector Store</a:t>
            </a:r>
            <a:br>
              <a:rPr b="1" lang="en" sz="1100"/>
            </a:br>
            <a:endParaRPr b="1"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Embeddings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FAISS or other semantic stores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Retrieval Agent</a:t>
            </a:r>
            <a:br>
              <a:rPr b="1" lang="en" sz="1100"/>
            </a:br>
            <a:endParaRPr b="1"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Searches relevant sections of documents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Role Context Agent</a:t>
            </a:r>
            <a:br>
              <a:rPr b="1" lang="en" sz="1100"/>
            </a:br>
            <a:endParaRPr b="1"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Modifies prompts based on user role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LLM Generator</a:t>
            </a:r>
            <a:br>
              <a:rPr b="1" lang="en" sz="1100"/>
            </a:br>
            <a:endParaRPr b="1"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Produces role-tailored output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Aware Explained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Role Awareness?</a:t>
            </a:r>
            <a:endParaRPr b="1" sz="60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context affects:</a:t>
            </a:r>
            <a:endParaRPr sz="60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94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Terminology used</a:t>
            </a:r>
            <a:endParaRPr sz="60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Depth of analysis</a:t>
            </a:r>
            <a:endParaRPr sz="60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Focus of insights</a:t>
            </a:r>
            <a:endParaRPr sz="60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b="1" sz="60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94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Executive:</a:t>
            </a:r>
            <a:r>
              <a:rPr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Enterprise revenue trends</a:t>
            </a:r>
            <a:br>
              <a:rPr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0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Manager:</a:t>
            </a:r>
            <a:r>
              <a:rPr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Growth metrics, churn drivers</a:t>
            </a:r>
            <a:br>
              <a:rPr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0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Analyst:</a:t>
            </a:r>
            <a:r>
              <a:rPr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YOY variance and KPIs</a:t>
            </a:r>
            <a:br>
              <a:rPr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0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context modifies the LLM prompt to match persona requirements.</a:t>
            </a:r>
            <a:endParaRPr sz="60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Based Access Control</a:t>
            </a:r>
            <a:endParaRPr/>
          </a:p>
        </p:txBody>
      </p:sp>
      <p:pic>
        <p:nvPicPr>
          <p:cNvPr id="135" name="Google Shape;135;p21" title="Screenshot 2025-12-12 1906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600" y="942400"/>
            <a:ext cx="3623722" cy="382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311700" y="902250"/>
            <a:ext cx="9076200" cy="42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1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1" sz="61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559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sz="61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55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FastAPI/Flask</a:t>
            </a:r>
            <a:endParaRPr sz="61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55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orchestration library (LangGraph/LangChain)</a:t>
            </a:r>
            <a:endParaRPr sz="61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1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1" sz="61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559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Streamlit, React, or custom dashboard</a:t>
            </a:r>
            <a:endParaRPr sz="61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1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Storage</a:t>
            </a:r>
            <a:endParaRPr b="1" sz="61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559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DB: FAISS, Chroma, Elasticsearch</a:t>
            </a:r>
            <a:endParaRPr sz="61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559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61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Metadata store: MongoDB or PostgreSQL</a:t>
            </a:r>
            <a:endParaRPr sz="61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1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APIs</a:t>
            </a:r>
            <a:endParaRPr b="1" sz="61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559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61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</a:t>
            </a:r>
            <a:endParaRPr b="1" sz="61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369000" y="17168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Role-Aware Financial Insights Assistant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Tailors outputs to user role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time for financial analysis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retrieval + generative AI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Brings an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 financial analyst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every user.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